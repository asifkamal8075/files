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76FF00"/>
                </a:solidFill>
                <a:latin typeface="Aptos Display"/>
              </a:rPr>
              <a:t>NVIDIA BLACKWELL</a:t>
            </a:r>
          </a:p>
          <a:p>
            <a:r>
              <a:rPr sz="4200" b="1">
                <a:solidFill>
                  <a:srgbClr val="F5F7FA"/>
                </a:solidFill>
                <a:latin typeface="Aptos Display"/>
              </a:rPr>
              <a:t>Architecture</a:t>
            </a:r>
          </a:p>
          <a:p>
            <a:r>
              <a:rPr sz="2200">
                <a:solidFill>
                  <a:srgbClr val="AAB4BE"/>
                </a:solidFill>
                <a:latin typeface="Aptos"/>
              </a:rPr>
              <a:t>The Next Generation of AI Computing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886200"/>
            <a:ext cx="2011680" cy="59436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GPU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3886200"/>
            <a:ext cx="2011680" cy="59436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AI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3886200"/>
            <a:ext cx="2011680" cy="59436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BE"/>
                </a:solidFill>
              </a:rPr>
              <a:t>Seminar Presentation  •  Diploma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1. Why AI Needs New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Modern AI models require enormous parallel computation.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Moving data between compute and memory is a major bottleneck.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Specialized accelerators can perform AI operations much more efficiently than general-purpose CPUs.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is designed around this AI-scale computing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AI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MASSIVE PARALLELISM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MEMORY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2. CPU vs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CPU: a small number of powerful, general-purpose cores.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GPU: many parallel processing units optimized for throughput.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Neural networks contain huge numbers of parallel matrix operations.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GPU architecture maps naturally to these workloads.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AI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3. NVIDIA GPU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NVIDIA architectures have evolved from graphics-focused GPUs to general accelerated-computing platforms.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Major data-center generations include Ampere, Hopper and Blackwell.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Each generation adds more AI-focused hardware and faster interconnects.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is the successor to Hopper for the newest generation of AI computing.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AMPERE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HOPPER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BLACKWELL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4. What is Blackwell?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is an NVIDIA GPU architecture introduced for generative AI and accelerated computing.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Blackwell-architecture GPUs use 208 billion transistors.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data-center Blackwell GPU uses two dies connected by a 10 TB/s chip-to-chip link.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architecture targets training, inference and large-scale AI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208B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TRANSISTORS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2 DIES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03903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10 TB/s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5. Inside a Blackwell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Compute: Streaming Multiprocessors execute massively parallel workloads.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Tensor Cores accelerate matrix/tensor operations used by AI.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High-bandwidth memory feeds data to the compute engine.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High-speed interconnects let multiple GPUs work as a larger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TENSOR 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HBM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03903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NVLINK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6. Tensor 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Tensor Cores are specialized hardware for matrix and tensor math.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They are central to AI training and inference acceleration.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introduces fifth-generation Tensor Cores.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New precision formats help increase throughput while controlling memory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5th 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TENSOR CORES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MATRIX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7. FP4 &amp; Transformer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adds FP4 AI capability using microscaling techniques.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Lower numerical precision can reduce memory and increase throughput.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second-generation Transformer Engine dynamically manages precision and scaling.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goal is faster AI computation while maintaining useful model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FP4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MICROSCALING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TRANSFORMERS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8. High-Bandwidth Memory (HBM)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AI accelerators constantly move large amounts of model and activation data.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HBM provides very high memory bandwidth close to the GPU.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More bandwidth helps keep compute units supplied with data.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Memory bandwidth is as important as raw compute for many AI workloads.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HBM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HIGH BANDWIDTH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LOW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9. NVLink: Connecting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Large AI models often need many GPUs working together.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Fifth-generation NVLink provides high-bandwidth, low-latency GPU communication.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NVLink Switch creates large GPU communication domains.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This reduces communication bottlenecks in distributed AI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GPU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NVLINK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GPU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03903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GPU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10. GB200 Grace Blackwell Superchip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A GB200 Grace Blackwell Superchip combines one Grace CPU with two Blackwell GPUs.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NVLink-C2C provides a high-speed connection between CPU and GPUs.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It is designed for data-center AI and high-performance computing.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Multiple superchips can be assembled into rack-scale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GRACE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2 × BLACKWELL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NVLINK-C2C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11. Blackwell at Rack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GB200 NVL72 connects 36 Grace CPUs and 72 Blackwell GPUs.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system uses fifth-generation NVLink to create a large GPU communication domain.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Liquid cooling supports the high power density of the rack.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This demonstrates that modern AI computing is a system-level engineering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36 CPUs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72 GPUs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130 TB/s NVLINK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12. Blackwell and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LLM training: learning model parameters from huge datasets.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LLM inference: generating responses after a model is trained.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Mixture-of-Experts models can activate only selected expert networks.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combines Tensor Cores, Transformer Engine, memory and interconnect technologies for these workloads.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MoE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13. Blackwell vs 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succeeds Hopper as NVIDIA's newer data-center GPU architecture.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introduces a second-generation Transformer Engine and FP4 AI capability.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uses a two-die design connected by a 10 TB/s chip-to-chip link.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architecture also advances GPU-to-GPU communication with fifth-generation NVLink.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HOPPER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BLACKWELL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FP4 / NVLINK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14. Power, Cooling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More computation creates more heat and power-management challenges.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High-density AI systems increasingly use liquid cooling.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also includes hardware security and a dedicated RAS Engine for resilience.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Thermal, electrical and reliability engineering are critical alongside chip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LIQUID COOLING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15. 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Generative AI and large language models.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Scientific computing and engineering simulation.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Data analytics and enterprise AI.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Robotics, autonomous systems and advanced computer graphics.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GEN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HPC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ROBOTICS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03903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16.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Blackwell is more than a faster GPU: it is an architecture for AI-scale systems.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Tensor Cores accelerate AI math; HBM supplies data; NVLink connects GPUs.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Advanced packaging and rack-scale design are becoming essential for AI.</a:t>
            </a:r>
          </a:p>
          <a:p>
            <a:pPr>
              <a:spcAft>
                <a:spcPts val="14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Future computing will increasingly combine specialized hardware, memory and high-speed interconnects.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09560" y="1417320"/>
            <a:ext cx="3474720" cy="438912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75320" y="1828800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COMPUTE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487168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45535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INTERCONNECT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03903"/>
            <a:ext cx="2743200" cy="530352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NVIDIA — Blackwell Architecture (official architecture overview)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NVIDIA — GB200 NVL72 and Grace Blackwell Superchip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NVIDIA — Blackwell / CUDA Tuning Guide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NVIDIA — Tensor Cores and Blackwell Transformer Engine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NVIDIA — Blackwell GPU Architecture technical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BE"/>
                </a:solidFill>
              </a:rPr>
              <a:t>Source links are provided in the accompanying seminar notes/documentation.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76FF00"/>
                </a:solidFill>
                <a:latin typeface="Aptos Display"/>
              </a:rPr>
              <a:t>THANK YOU</a:t>
            </a:r>
          </a:p>
          <a:p>
            <a:pPr algn="ctr"/>
            <a:r>
              <a:rPr sz="2800">
                <a:solidFill>
                  <a:srgbClr val="F5F7FA"/>
                </a:solidFill>
                <a:latin typeface="Aptos"/>
              </a:rPr>
              <a:t>Questions?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94760" y="4114800"/>
            <a:ext cx="4572000" cy="640080"/>
          </a:xfrm>
          <a:prstGeom prst="roundRect">
            <a:avLst/>
          </a:prstGeom>
          <a:solidFill>
            <a:srgbClr val="12181C"/>
          </a:solidFill>
          <a:ln>
            <a:solidFill>
              <a:srgbClr val="76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NVIDIA BLACKWELL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BE"/>
                </a:solidFill>
                <a:latin typeface="Aptos"/>
              </a:rPr>
              <a:t>NVIDIA Blackwell Architecture  •  Seminar  |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